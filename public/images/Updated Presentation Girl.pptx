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85344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62" d="100"/>
          <a:sy n="62" d="100"/>
        </p:scale>
        <p:origin x="154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122363"/>
            <a:ext cx="7254240" cy="2387600"/>
          </a:xfrm>
        </p:spPr>
        <p:txBody>
          <a:bodyPr anchor="b"/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602038"/>
            <a:ext cx="6400800" cy="1655762"/>
          </a:xfrm>
        </p:spPr>
        <p:txBody>
          <a:bodyPr/>
          <a:lstStyle>
            <a:lvl1pPr marL="0" indent="0" algn="ctr">
              <a:buNone/>
              <a:defRPr sz="2240"/>
            </a:lvl1pPr>
            <a:lvl2pPr marL="426705" indent="0" algn="ctr">
              <a:buNone/>
              <a:defRPr sz="1867"/>
            </a:lvl2pPr>
            <a:lvl3pPr marL="853410" indent="0" algn="ctr">
              <a:buNone/>
              <a:defRPr sz="1680"/>
            </a:lvl3pPr>
            <a:lvl4pPr marL="1280114" indent="0" algn="ctr">
              <a:buNone/>
              <a:defRPr sz="1493"/>
            </a:lvl4pPr>
            <a:lvl5pPr marL="1706819" indent="0" algn="ctr">
              <a:buNone/>
              <a:defRPr sz="1493"/>
            </a:lvl5pPr>
            <a:lvl6pPr marL="2133524" indent="0" algn="ctr">
              <a:buNone/>
              <a:defRPr sz="1493"/>
            </a:lvl6pPr>
            <a:lvl7pPr marL="2560229" indent="0" algn="ctr">
              <a:buNone/>
              <a:defRPr sz="1493"/>
            </a:lvl7pPr>
            <a:lvl8pPr marL="2986933" indent="0" algn="ctr">
              <a:buNone/>
              <a:defRPr sz="1493"/>
            </a:lvl8pPr>
            <a:lvl9pPr marL="3413638" indent="0" algn="ctr">
              <a:buNone/>
              <a:defRPr sz="149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38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9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295" y="1709742"/>
            <a:ext cx="7360920" cy="2852737"/>
          </a:xfrm>
        </p:spPr>
        <p:txBody>
          <a:bodyPr anchor="b"/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295" y="4589467"/>
            <a:ext cx="7360920" cy="1500187"/>
          </a:xfrm>
        </p:spPr>
        <p:txBody>
          <a:bodyPr/>
          <a:lstStyle>
            <a:lvl1pPr marL="0" indent="0">
              <a:buNone/>
              <a:defRPr sz="2240">
                <a:solidFill>
                  <a:schemeClr val="tx1"/>
                </a:solidFill>
              </a:defRPr>
            </a:lvl1pPr>
            <a:lvl2pPr marL="42670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2pPr>
            <a:lvl3pPr marL="85341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280114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4pPr>
            <a:lvl5pPr marL="1706819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5pPr>
            <a:lvl6pPr marL="2133524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6pPr>
            <a:lvl7pPr marL="2560229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7pPr>
            <a:lvl8pPr marL="2986933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8pPr>
            <a:lvl9pPr marL="3413638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44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6740" y="1825625"/>
            <a:ext cx="36271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20540" y="1825625"/>
            <a:ext cx="36271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1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52" y="365129"/>
            <a:ext cx="736092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7853" y="1681163"/>
            <a:ext cx="3610451" cy="823912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7853" y="2505075"/>
            <a:ext cx="361045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20541" y="1681163"/>
            <a:ext cx="3628232" cy="823912"/>
          </a:xfr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20541" y="2505075"/>
            <a:ext cx="36282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03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63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07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52" y="457200"/>
            <a:ext cx="2752566" cy="160020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8233" y="987429"/>
            <a:ext cx="4320540" cy="4873625"/>
          </a:xfrm>
        </p:spPr>
        <p:txBody>
          <a:bodyPr/>
          <a:lstStyle>
            <a:lvl1pPr>
              <a:defRPr sz="2987"/>
            </a:lvl1pPr>
            <a:lvl2pPr>
              <a:defRPr sz="2613"/>
            </a:lvl2pPr>
            <a:lvl3pPr>
              <a:defRPr sz="2240"/>
            </a:lvl3pPr>
            <a:lvl4pPr>
              <a:defRPr sz="1867"/>
            </a:lvl4pPr>
            <a:lvl5pPr>
              <a:defRPr sz="1867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7852" y="2057400"/>
            <a:ext cx="2752566" cy="3811588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95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52" y="457200"/>
            <a:ext cx="2752566" cy="1600200"/>
          </a:xfrm>
        </p:spPr>
        <p:txBody>
          <a:bodyPr anchor="b"/>
          <a:lstStyle>
            <a:lvl1pPr>
              <a:defRPr sz="29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28233" y="987429"/>
            <a:ext cx="4320540" cy="4873625"/>
          </a:xfrm>
        </p:spPr>
        <p:txBody>
          <a:bodyPr anchor="t"/>
          <a:lstStyle>
            <a:lvl1pPr marL="0" indent="0">
              <a:buNone/>
              <a:defRPr sz="2987"/>
            </a:lvl1pPr>
            <a:lvl2pPr marL="426705" indent="0">
              <a:buNone/>
              <a:defRPr sz="2613"/>
            </a:lvl2pPr>
            <a:lvl3pPr marL="853410" indent="0">
              <a:buNone/>
              <a:defRPr sz="2240"/>
            </a:lvl3pPr>
            <a:lvl4pPr marL="1280114" indent="0">
              <a:buNone/>
              <a:defRPr sz="1867"/>
            </a:lvl4pPr>
            <a:lvl5pPr marL="1706819" indent="0">
              <a:buNone/>
              <a:defRPr sz="1867"/>
            </a:lvl5pPr>
            <a:lvl6pPr marL="2133524" indent="0">
              <a:buNone/>
              <a:defRPr sz="1867"/>
            </a:lvl6pPr>
            <a:lvl7pPr marL="2560229" indent="0">
              <a:buNone/>
              <a:defRPr sz="1867"/>
            </a:lvl7pPr>
            <a:lvl8pPr marL="2986933" indent="0">
              <a:buNone/>
              <a:defRPr sz="1867"/>
            </a:lvl8pPr>
            <a:lvl9pPr marL="3413638" indent="0">
              <a:buNone/>
              <a:defRPr sz="18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7852" y="2057400"/>
            <a:ext cx="2752566" cy="3811588"/>
          </a:xfrm>
        </p:spPr>
        <p:txBody>
          <a:bodyPr/>
          <a:lstStyle>
            <a:lvl1pPr marL="0" indent="0">
              <a:buNone/>
              <a:defRPr sz="1493"/>
            </a:lvl1pPr>
            <a:lvl2pPr marL="426705" indent="0">
              <a:buNone/>
              <a:defRPr sz="1307"/>
            </a:lvl2pPr>
            <a:lvl3pPr marL="853410" indent="0">
              <a:buNone/>
              <a:defRPr sz="1120"/>
            </a:lvl3pPr>
            <a:lvl4pPr marL="1280114" indent="0">
              <a:buNone/>
              <a:defRPr sz="933"/>
            </a:lvl4pPr>
            <a:lvl5pPr marL="1706819" indent="0">
              <a:buNone/>
              <a:defRPr sz="933"/>
            </a:lvl5pPr>
            <a:lvl6pPr marL="2133524" indent="0">
              <a:buNone/>
              <a:defRPr sz="933"/>
            </a:lvl6pPr>
            <a:lvl7pPr marL="2560229" indent="0">
              <a:buNone/>
              <a:defRPr sz="933"/>
            </a:lvl7pPr>
            <a:lvl8pPr marL="2986933" indent="0">
              <a:buNone/>
              <a:defRPr sz="933"/>
            </a:lvl8pPr>
            <a:lvl9pPr marL="3413638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60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7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07430" y="365125"/>
            <a:ext cx="184023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6740" y="365125"/>
            <a:ext cx="541401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29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6740" y="365129"/>
            <a:ext cx="73609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740" y="1825625"/>
            <a:ext cx="73609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740" y="6356354"/>
            <a:ext cx="192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D4D7E-ADCA-4611-9CDB-E8C57987E1DC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27020" y="6356354"/>
            <a:ext cx="28803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27420" y="6356354"/>
            <a:ext cx="192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99C3D-AB82-4595-A3F4-B2EC57DED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5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853410" rtl="0" eaLnBrk="1" latinLnBrk="0" hangingPunct="1">
        <a:lnSpc>
          <a:spcPct val="90000"/>
        </a:lnSpc>
        <a:spcBef>
          <a:spcPct val="0"/>
        </a:spcBef>
        <a:buNone/>
        <a:defRPr sz="41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3352" indent="-213352" algn="l" defTabSz="853410" rtl="0" eaLnBrk="1" latinLnBrk="0" hangingPunct="1">
        <a:lnSpc>
          <a:spcPct val="90000"/>
        </a:lnSpc>
        <a:spcBef>
          <a:spcPts val="933"/>
        </a:spcBef>
        <a:buFont typeface="Arial" panose="020B0604020202020204" pitchFamily="34" charset="0"/>
        <a:buChar char="•"/>
        <a:defRPr sz="2613" kern="1200">
          <a:solidFill>
            <a:schemeClr val="tx1"/>
          </a:solidFill>
          <a:latin typeface="+mn-lt"/>
          <a:ea typeface="+mn-ea"/>
          <a:cs typeface="+mn-cs"/>
        </a:defRPr>
      </a:lvl1pPr>
      <a:lvl2pPr marL="64005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2pPr>
      <a:lvl3pPr marL="1066762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493467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92017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34687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773581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6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626990" indent="-213352" algn="l" defTabSz="85341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26705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53410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1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70681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133524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560229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986933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413638" algn="l" defTabSz="85341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31">
            <a:extLst>
              <a:ext uri="{FF2B5EF4-FFF2-40B4-BE49-F238E27FC236}">
                <a16:creationId xmlns:a16="http://schemas.microsoft.com/office/drawing/2014/main" id="{3DE3ADDB-166C-44C7-0ACB-0D69812BA4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Subtitle 32">
            <a:extLst>
              <a:ext uri="{FF2B5EF4-FFF2-40B4-BE49-F238E27FC236}">
                <a16:creationId xmlns:a16="http://schemas.microsoft.com/office/drawing/2014/main" id="{19A77FB7-3A28-B946-7172-A24FC72DEC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EF4FE4-0048-292F-7D0F-F2991EA80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120" y="-340954"/>
            <a:ext cx="5852160" cy="6385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D7A14E-9860-699B-E0A9-517EBC072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789" y="5289175"/>
            <a:ext cx="5105502" cy="22502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8D4D62-FF84-027B-00A6-BA9F56EDCA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7200" y="5349876"/>
            <a:ext cx="4737503" cy="21582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E9D9B4-5C46-C2D1-8EC5-F6F726D33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01" y="5560576"/>
            <a:ext cx="1040179" cy="10401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04B298-8931-3BA3-22E0-601E824E51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105" y="5542297"/>
            <a:ext cx="1067668" cy="10676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2E64A6-0ADA-7026-CBFF-57C79FD507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880" y="5474177"/>
            <a:ext cx="1904762" cy="11682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D3AA9A-1ECF-E95A-5314-CD461C3201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915" y="5577338"/>
            <a:ext cx="2249062" cy="2795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8CF608-DBCA-2A55-4802-489D606A98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0987"/>
            <a:ext cx="2866167" cy="15438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C238EBB-B4A8-FC80-90D8-A8298958B5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971" y="5932133"/>
            <a:ext cx="203175" cy="2031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BE2A9D1-313A-7EFD-6D3D-EE320D6DD3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369" y="5951111"/>
            <a:ext cx="203175" cy="2031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2550435-AD19-5AF1-FE98-5F36E542F3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46" y="5957144"/>
            <a:ext cx="203175" cy="2031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9CBD651-7B8C-E871-720D-A6F3023845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989" y="5956722"/>
            <a:ext cx="203175" cy="2031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7FBC89E-A4CD-2F06-44DC-6B918E40CF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829" y="5948289"/>
            <a:ext cx="203175" cy="20317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B949CB5-E09D-302E-A803-155A2C7C37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274" y="6323742"/>
            <a:ext cx="1003175" cy="2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66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aashirshafique120@gmail.com</dc:creator>
  <cp:lastModifiedBy>aashirshafique120@gmail.com</cp:lastModifiedBy>
  <cp:revision>3</cp:revision>
  <dcterms:created xsi:type="dcterms:W3CDTF">2024-11-18T06:37:56Z</dcterms:created>
  <dcterms:modified xsi:type="dcterms:W3CDTF">2024-11-18T07:12:53Z</dcterms:modified>
</cp:coreProperties>
</file>