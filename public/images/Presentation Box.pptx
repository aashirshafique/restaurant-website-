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</p:sldIdLst>
  <p:sldSz cx="5486400" cy="914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94660"/>
  </p:normalViewPr>
  <p:slideViewPr>
    <p:cSldViewPr snapToGrid="0">
      <p:cViewPr varScale="1">
        <p:scale>
          <a:sx n="177" d="100"/>
          <a:sy n="177" d="100"/>
        </p:scale>
        <p:origin x="186" y="8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49648"/>
            <a:ext cx="4114800" cy="318347"/>
          </a:xfrm>
        </p:spPr>
        <p:txBody>
          <a:bodyPr anchor="b"/>
          <a:lstStyle>
            <a:lvl1pPr algn="ctr">
              <a:defRPr sz="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80272"/>
            <a:ext cx="4114800" cy="220768"/>
          </a:xfrm>
        </p:spPr>
        <p:txBody>
          <a:bodyPr/>
          <a:lstStyle>
            <a:lvl1pPr marL="0" indent="0" algn="ctr">
              <a:buNone/>
              <a:defRPr sz="320"/>
            </a:lvl1pPr>
            <a:lvl2pPr marL="60945" indent="0" algn="ctr">
              <a:buNone/>
              <a:defRPr sz="267"/>
            </a:lvl2pPr>
            <a:lvl3pPr marL="121890" indent="0" algn="ctr">
              <a:buNone/>
              <a:defRPr sz="240"/>
            </a:lvl3pPr>
            <a:lvl4pPr marL="182834" indent="0" algn="ctr">
              <a:buNone/>
              <a:defRPr sz="213"/>
            </a:lvl4pPr>
            <a:lvl5pPr marL="243779" indent="0" algn="ctr">
              <a:buNone/>
              <a:defRPr sz="213"/>
            </a:lvl5pPr>
            <a:lvl6pPr marL="304724" indent="0" algn="ctr">
              <a:buNone/>
              <a:defRPr sz="213"/>
            </a:lvl6pPr>
            <a:lvl7pPr marL="365669" indent="0" algn="ctr">
              <a:buNone/>
              <a:defRPr sz="213"/>
            </a:lvl7pPr>
            <a:lvl8pPr marL="426613" indent="0" algn="ctr">
              <a:buNone/>
              <a:defRPr sz="213"/>
            </a:lvl8pPr>
            <a:lvl9pPr marL="487558" indent="0" algn="ctr">
              <a:buNone/>
              <a:defRPr sz="21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F9FE7-59D9-4F11-B1F8-4245AEE44791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1ED78-624F-4E87-9EBE-45D776288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164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F9FE7-59D9-4F11-B1F8-4245AEE44791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1ED78-624F-4E87-9EBE-45D776288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585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333" y="227965"/>
            <a:ext cx="4732020" cy="380365"/>
          </a:xfrm>
        </p:spPr>
        <p:txBody>
          <a:bodyPr anchor="b"/>
          <a:lstStyle>
            <a:lvl1pPr>
              <a:defRPr sz="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4333" y="611928"/>
            <a:ext cx="4732020" cy="200025"/>
          </a:xfrm>
        </p:spPr>
        <p:txBody>
          <a:bodyPr/>
          <a:lstStyle>
            <a:lvl1pPr marL="0" indent="0">
              <a:buNone/>
              <a:defRPr sz="320">
                <a:solidFill>
                  <a:schemeClr val="tx1">
                    <a:tint val="75000"/>
                  </a:schemeClr>
                </a:solidFill>
              </a:defRPr>
            </a:lvl1pPr>
            <a:lvl2pPr marL="60945" indent="0">
              <a:buNone/>
              <a:defRPr sz="267">
                <a:solidFill>
                  <a:schemeClr val="tx1">
                    <a:tint val="75000"/>
                  </a:schemeClr>
                </a:solidFill>
              </a:defRPr>
            </a:lvl2pPr>
            <a:lvl3pPr marL="121890" indent="0">
              <a:buNone/>
              <a:defRPr sz="240">
                <a:solidFill>
                  <a:schemeClr val="tx1">
                    <a:tint val="75000"/>
                  </a:schemeClr>
                </a:solidFill>
              </a:defRPr>
            </a:lvl3pPr>
            <a:lvl4pPr marL="182834" indent="0">
              <a:buNone/>
              <a:defRPr sz="213">
                <a:solidFill>
                  <a:schemeClr val="tx1">
                    <a:tint val="75000"/>
                  </a:schemeClr>
                </a:solidFill>
              </a:defRPr>
            </a:lvl4pPr>
            <a:lvl5pPr marL="243779" indent="0">
              <a:buNone/>
              <a:defRPr sz="213">
                <a:solidFill>
                  <a:schemeClr val="tx1">
                    <a:tint val="75000"/>
                  </a:schemeClr>
                </a:solidFill>
              </a:defRPr>
            </a:lvl5pPr>
            <a:lvl6pPr marL="304724" indent="0">
              <a:buNone/>
              <a:defRPr sz="213">
                <a:solidFill>
                  <a:schemeClr val="tx1">
                    <a:tint val="75000"/>
                  </a:schemeClr>
                </a:solidFill>
              </a:defRPr>
            </a:lvl6pPr>
            <a:lvl7pPr marL="365669" indent="0">
              <a:buNone/>
              <a:defRPr sz="213">
                <a:solidFill>
                  <a:schemeClr val="tx1">
                    <a:tint val="75000"/>
                  </a:schemeClr>
                </a:solidFill>
              </a:defRPr>
            </a:lvl7pPr>
            <a:lvl8pPr marL="426613" indent="0">
              <a:buNone/>
              <a:defRPr sz="213">
                <a:solidFill>
                  <a:schemeClr val="tx1">
                    <a:tint val="75000"/>
                  </a:schemeClr>
                </a:solidFill>
              </a:defRPr>
            </a:lvl8pPr>
            <a:lvl9pPr marL="487558" indent="0">
              <a:buNone/>
              <a:defRPr sz="21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F9FE7-59D9-4F11-B1F8-4245AEE44791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1ED78-624F-4E87-9EBE-45D776288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61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7190" y="243417"/>
            <a:ext cx="2331720" cy="5801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77490" y="243417"/>
            <a:ext cx="2331720" cy="5801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F9FE7-59D9-4F11-B1F8-4245AEE44791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1ED78-624F-4E87-9EBE-45D776288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138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48683"/>
            <a:ext cx="4732020" cy="17674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905" y="224155"/>
            <a:ext cx="2321004" cy="109855"/>
          </a:xfrm>
        </p:spPr>
        <p:txBody>
          <a:bodyPr anchor="b"/>
          <a:lstStyle>
            <a:lvl1pPr marL="0" indent="0">
              <a:buNone/>
              <a:defRPr sz="320" b="1"/>
            </a:lvl1pPr>
            <a:lvl2pPr marL="60945" indent="0">
              <a:buNone/>
              <a:defRPr sz="267" b="1"/>
            </a:lvl2pPr>
            <a:lvl3pPr marL="121890" indent="0">
              <a:buNone/>
              <a:defRPr sz="240" b="1"/>
            </a:lvl3pPr>
            <a:lvl4pPr marL="182834" indent="0">
              <a:buNone/>
              <a:defRPr sz="213" b="1"/>
            </a:lvl4pPr>
            <a:lvl5pPr marL="243779" indent="0">
              <a:buNone/>
              <a:defRPr sz="213" b="1"/>
            </a:lvl5pPr>
            <a:lvl6pPr marL="304724" indent="0">
              <a:buNone/>
              <a:defRPr sz="213" b="1"/>
            </a:lvl6pPr>
            <a:lvl7pPr marL="365669" indent="0">
              <a:buNone/>
              <a:defRPr sz="213" b="1"/>
            </a:lvl7pPr>
            <a:lvl8pPr marL="426613" indent="0">
              <a:buNone/>
              <a:defRPr sz="213" b="1"/>
            </a:lvl8pPr>
            <a:lvl9pPr marL="487558" indent="0">
              <a:buNone/>
              <a:defRPr sz="21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7905" y="334010"/>
            <a:ext cx="2321004" cy="4912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77490" y="224155"/>
            <a:ext cx="2332435" cy="109855"/>
          </a:xfrm>
        </p:spPr>
        <p:txBody>
          <a:bodyPr anchor="b"/>
          <a:lstStyle>
            <a:lvl1pPr marL="0" indent="0">
              <a:buNone/>
              <a:defRPr sz="320" b="1"/>
            </a:lvl1pPr>
            <a:lvl2pPr marL="60945" indent="0">
              <a:buNone/>
              <a:defRPr sz="267" b="1"/>
            </a:lvl2pPr>
            <a:lvl3pPr marL="121890" indent="0">
              <a:buNone/>
              <a:defRPr sz="240" b="1"/>
            </a:lvl3pPr>
            <a:lvl4pPr marL="182834" indent="0">
              <a:buNone/>
              <a:defRPr sz="213" b="1"/>
            </a:lvl4pPr>
            <a:lvl5pPr marL="243779" indent="0">
              <a:buNone/>
              <a:defRPr sz="213" b="1"/>
            </a:lvl5pPr>
            <a:lvl6pPr marL="304724" indent="0">
              <a:buNone/>
              <a:defRPr sz="213" b="1"/>
            </a:lvl6pPr>
            <a:lvl7pPr marL="365669" indent="0">
              <a:buNone/>
              <a:defRPr sz="213" b="1"/>
            </a:lvl7pPr>
            <a:lvl8pPr marL="426613" indent="0">
              <a:buNone/>
              <a:defRPr sz="213" b="1"/>
            </a:lvl8pPr>
            <a:lvl9pPr marL="487558" indent="0">
              <a:buNone/>
              <a:defRPr sz="21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77490" y="334010"/>
            <a:ext cx="2332435" cy="4912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F9FE7-59D9-4F11-B1F8-4245AEE44791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1ED78-624F-4E87-9EBE-45D776288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691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F9FE7-59D9-4F11-B1F8-4245AEE44791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1ED78-624F-4E87-9EBE-45D776288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164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F9FE7-59D9-4F11-B1F8-4245AEE44791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1ED78-624F-4E87-9EBE-45D776288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973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60960"/>
            <a:ext cx="1769507" cy="213360"/>
          </a:xfrm>
        </p:spPr>
        <p:txBody>
          <a:bodyPr anchor="b"/>
          <a:lstStyle>
            <a:lvl1pPr>
              <a:defRPr sz="42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32435" y="131657"/>
            <a:ext cx="2777490" cy="649817"/>
          </a:xfrm>
        </p:spPr>
        <p:txBody>
          <a:bodyPr/>
          <a:lstStyle>
            <a:lvl1pPr>
              <a:defRPr sz="427"/>
            </a:lvl1pPr>
            <a:lvl2pPr>
              <a:defRPr sz="373"/>
            </a:lvl2pPr>
            <a:lvl3pPr>
              <a:defRPr sz="320"/>
            </a:lvl3pPr>
            <a:lvl4pPr>
              <a:defRPr sz="267"/>
            </a:lvl4pPr>
            <a:lvl5pPr>
              <a:defRPr sz="267"/>
            </a:lvl5pPr>
            <a:lvl6pPr>
              <a:defRPr sz="267"/>
            </a:lvl6pPr>
            <a:lvl7pPr>
              <a:defRPr sz="267"/>
            </a:lvl7pPr>
            <a:lvl8pPr>
              <a:defRPr sz="267"/>
            </a:lvl8pPr>
            <a:lvl9pPr>
              <a:defRPr sz="2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274320"/>
            <a:ext cx="1769507" cy="508212"/>
          </a:xfrm>
        </p:spPr>
        <p:txBody>
          <a:bodyPr/>
          <a:lstStyle>
            <a:lvl1pPr marL="0" indent="0">
              <a:buNone/>
              <a:defRPr sz="213"/>
            </a:lvl1pPr>
            <a:lvl2pPr marL="60945" indent="0">
              <a:buNone/>
              <a:defRPr sz="187"/>
            </a:lvl2pPr>
            <a:lvl3pPr marL="121890" indent="0">
              <a:buNone/>
              <a:defRPr sz="160"/>
            </a:lvl3pPr>
            <a:lvl4pPr marL="182834" indent="0">
              <a:buNone/>
              <a:defRPr sz="133"/>
            </a:lvl4pPr>
            <a:lvl5pPr marL="243779" indent="0">
              <a:buNone/>
              <a:defRPr sz="133"/>
            </a:lvl5pPr>
            <a:lvl6pPr marL="304724" indent="0">
              <a:buNone/>
              <a:defRPr sz="133"/>
            </a:lvl6pPr>
            <a:lvl7pPr marL="365669" indent="0">
              <a:buNone/>
              <a:defRPr sz="133"/>
            </a:lvl7pPr>
            <a:lvl8pPr marL="426613" indent="0">
              <a:buNone/>
              <a:defRPr sz="133"/>
            </a:lvl8pPr>
            <a:lvl9pPr marL="487558" indent="0">
              <a:buNone/>
              <a:defRPr sz="1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F9FE7-59D9-4F11-B1F8-4245AEE44791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1ED78-624F-4E87-9EBE-45D776288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461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60960"/>
            <a:ext cx="1769507" cy="213360"/>
          </a:xfrm>
        </p:spPr>
        <p:txBody>
          <a:bodyPr anchor="b"/>
          <a:lstStyle>
            <a:lvl1pPr>
              <a:defRPr sz="42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32435" y="131657"/>
            <a:ext cx="2777490" cy="649817"/>
          </a:xfrm>
        </p:spPr>
        <p:txBody>
          <a:bodyPr anchor="t"/>
          <a:lstStyle>
            <a:lvl1pPr marL="0" indent="0">
              <a:buNone/>
              <a:defRPr sz="427"/>
            </a:lvl1pPr>
            <a:lvl2pPr marL="60945" indent="0">
              <a:buNone/>
              <a:defRPr sz="373"/>
            </a:lvl2pPr>
            <a:lvl3pPr marL="121890" indent="0">
              <a:buNone/>
              <a:defRPr sz="320"/>
            </a:lvl3pPr>
            <a:lvl4pPr marL="182834" indent="0">
              <a:buNone/>
              <a:defRPr sz="267"/>
            </a:lvl4pPr>
            <a:lvl5pPr marL="243779" indent="0">
              <a:buNone/>
              <a:defRPr sz="267"/>
            </a:lvl5pPr>
            <a:lvl6pPr marL="304724" indent="0">
              <a:buNone/>
              <a:defRPr sz="267"/>
            </a:lvl6pPr>
            <a:lvl7pPr marL="365669" indent="0">
              <a:buNone/>
              <a:defRPr sz="267"/>
            </a:lvl7pPr>
            <a:lvl8pPr marL="426613" indent="0">
              <a:buNone/>
              <a:defRPr sz="267"/>
            </a:lvl8pPr>
            <a:lvl9pPr marL="487558" indent="0">
              <a:buNone/>
              <a:defRPr sz="2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274320"/>
            <a:ext cx="1769507" cy="508212"/>
          </a:xfrm>
        </p:spPr>
        <p:txBody>
          <a:bodyPr/>
          <a:lstStyle>
            <a:lvl1pPr marL="0" indent="0">
              <a:buNone/>
              <a:defRPr sz="213"/>
            </a:lvl1pPr>
            <a:lvl2pPr marL="60945" indent="0">
              <a:buNone/>
              <a:defRPr sz="187"/>
            </a:lvl2pPr>
            <a:lvl3pPr marL="121890" indent="0">
              <a:buNone/>
              <a:defRPr sz="160"/>
            </a:lvl3pPr>
            <a:lvl4pPr marL="182834" indent="0">
              <a:buNone/>
              <a:defRPr sz="133"/>
            </a:lvl4pPr>
            <a:lvl5pPr marL="243779" indent="0">
              <a:buNone/>
              <a:defRPr sz="133"/>
            </a:lvl5pPr>
            <a:lvl6pPr marL="304724" indent="0">
              <a:buNone/>
              <a:defRPr sz="133"/>
            </a:lvl6pPr>
            <a:lvl7pPr marL="365669" indent="0">
              <a:buNone/>
              <a:defRPr sz="133"/>
            </a:lvl7pPr>
            <a:lvl8pPr marL="426613" indent="0">
              <a:buNone/>
              <a:defRPr sz="133"/>
            </a:lvl8pPr>
            <a:lvl9pPr marL="487558" indent="0">
              <a:buNone/>
              <a:defRPr sz="1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F9FE7-59D9-4F11-B1F8-4245AEE44791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1ED78-624F-4E87-9EBE-45D776288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351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F9FE7-59D9-4F11-B1F8-4245AEE44791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1ED78-624F-4E87-9EBE-45D776288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126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926205" y="48683"/>
            <a:ext cx="1183005" cy="7749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7190" y="48683"/>
            <a:ext cx="3480435" cy="7749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F9FE7-59D9-4F11-B1F8-4245AEE44791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1ED78-624F-4E87-9EBE-45D776288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45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7190" y="48683"/>
            <a:ext cx="4732020" cy="1767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190" y="243417"/>
            <a:ext cx="4732020" cy="5801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7190" y="847514"/>
            <a:ext cx="1234440" cy="48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2F9FE7-59D9-4F11-B1F8-4245AEE44791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17370" y="847514"/>
            <a:ext cx="1851660" cy="48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74770" y="847514"/>
            <a:ext cx="1234440" cy="48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01ED78-624F-4E87-9EBE-45D776288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19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121890" rtl="0" eaLnBrk="1" latinLnBrk="0" hangingPunct="1">
        <a:lnSpc>
          <a:spcPct val="90000"/>
        </a:lnSpc>
        <a:spcBef>
          <a:spcPct val="0"/>
        </a:spcBef>
        <a:buNone/>
        <a:defRPr sz="58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2" indent="-30472" algn="l" defTabSz="12189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373" kern="1200">
          <a:solidFill>
            <a:schemeClr val="tx1"/>
          </a:solidFill>
          <a:latin typeface="+mn-lt"/>
          <a:ea typeface="+mn-ea"/>
          <a:cs typeface="+mn-cs"/>
        </a:defRPr>
      </a:lvl1pPr>
      <a:lvl2pPr marL="91417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320" kern="1200">
          <a:solidFill>
            <a:schemeClr val="tx1"/>
          </a:solidFill>
          <a:latin typeface="+mn-lt"/>
          <a:ea typeface="+mn-ea"/>
          <a:cs typeface="+mn-cs"/>
        </a:defRPr>
      </a:lvl2pPr>
      <a:lvl3pPr marL="152362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07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4pPr>
      <a:lvl5pPr marL="274251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5pPr>
      <a:lvl6pPr marL="335196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6pPr>
      <a:lvl7pPr marL="396141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7pPr>
      <a:lvl8pPr marL="457086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8pPr>
      <a:lvl9pPr marL="518030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1pPr>
      <a:lvl2pPr marL="60945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0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3pPr>
      <a:lvl4pPr marL="182834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9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5pPr>
      <a:lvl6pPr marL="304724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6pPr>
      <a:lvl7pPr marL="365669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7pPr>
      <a:lvl8pPr marL="426613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8pPr>
      <a:lvl9pPr marL="487558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E3CF0-7AB2-E637-C2E9-FBF187D0F5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933A2C-47F6-DCD3-66F5-9D13AA06BF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31111" y="221756"/>
            <a:ext cx="2177798" cy="528791"/>
          </a:xfrm>
        </p:spPr>
        <p:txBody>
          <a:bodyPr>
            <a:normAutofit/>
          </a:bodyPr>
          <a:lstStyle/>
          <a:p>
            <a:pPr algn="r"/>
            <a:r>
              <a:rPr lang="en-US" sz="2400" dirty="0"/>
              <a:t>Watch Video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838D46-9ADF-2442-4CFF-6AD9BB5C2B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3453" y="-52732"/>
            <a:ext cx="2757607" cy="1357652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95B041-B29F-0801-DEFE-E9A7C0A243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2920" y="-52000"/>
            <a:ext cx="1490134" cy="1489287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05055E-D90E-F1EE-259E-8B9BDB7693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5192" y="273842"/>
            <a:ext cx="299125" cy="3489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E9F8C51-AE8E-F137-1FEE-4B518CFE47FE}"/>
              </a:ext>
            </a:extLst>
          </p:cNvPr>
          <p:cNvSpPr txBox="1"/>
          <p:nvPr/>
        </p:nvSpPr>
        <p:spPr>
          <a:xfrm>
            <a:off x="167452" y="189434"/>
            <a:ext cx="2498940" cy="5355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80" dirty="0">
                <a:solidFill>
                  <a:schemeClr val="bg1"/>
                </a:solidFill>
              </a:rPr>
              <a:t>Order Now</a:t>
            </a:r>
          </a:p>
        </p:txBody>
      </p:sp>
    </p:spTree>
    <p:extLst>
      <p:ext uri="{BB962C8B-B14F-4D97-AF65-F5344CB8AC3E}">
        <p14:creationId xmlns:p14="http://schemas.microsoft.com/office/powerpoint/2010/main" val="3741044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</TotalTime>
  <Words>4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aashirshafique120@gmail.com</dc:creator>
  <cp:lastModifiedBy>aashirshafique120@gmail.com</cp:lastModifiedBy>
  <cp:revision>1</cp:revision>
  <dcterms:created xsi:type="dcterms:W3CDTF">2024-11-23T04:58:34Z</dcterms:created>
  <dcterms:modified xsi:type="dcterms:W3CDTF">2024-11-23T05:15:04Z</dcterms:modified>
</cp:coreProperties>
</file>