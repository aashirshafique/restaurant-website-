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6" r:id="rId2"/>
  </p:sldIdLst>
  <p:sldSz cx="85344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2" autoAdjust="0"/>
    <p:restoredTop sz="94660"/>
  </p:normalViewPr>
  <p:slideViewPr>
    <p:cSldViewPr snapToGrid="0">
      <p:cViewPr varScale="1">
        <p:scale>
          <a:sx n="62" d="100"/>
          <a:sy n="62" d="100"/>
        </p:scale>
        <p:origin x="1548" y="1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40080" y="1122363"/>
            <a:ext cx="7254240" cy="2387600"/>
          </a:xfrm>
        </p:spPr>
        <p:txBody>
          <a:bodyPr anchor="b"/>
          <a:lstStyle>
            <a:lvl1pPr algn="ctr"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6800" y="3602038"/>
            <a:ext cx="6400800" cy="1655762"/>
          </a:xfrm>
        </p:spPr>
        <p:txBody>
          <a:bodyPr/>
          <a:lstStyle>
            <a:lvl1pPr marL="0" indent="0" algn="ctr">
              <a:buNone/>
              <a:defRPr sz="2240"/>
            </a:lvl1pPr>
            <a:lvl2pPr marL="426705" indent="0" algn="ctr">
              <a:buNone/>
              <a:defRPr sz="1867"/>
            </a:lvl2pPr>
            <a:lvl3pPr marL="853410" indent="0" algn="ctr">
              <a:buNone/>
              <a:defRPr sz="1680"/>
            </a:lvl3pPr>
            <a:lvl4pPr marL="1280114" indent="0" algn="ctr">
              <a:buNone/>
              <a:defRPr sz="1493"/>
            </a:lvl4pPr>
            <a:lvl5pPr marL="1706819" indent="0" algn="ctr">
              <a:buNone/>
              <a:defRPr sz="1493"/>
            </a:lvl5pPr>
            <a:lvl6pPr marL="2133524" indent="0" algn="ctr">
              <a:buNone/>
              <a:defRPr sz="1493"/>
            </a:lvl6pPr>
            <a:lvl7pPr marL="2560229" indent="0" algn="ctr">
              <a:buNone/>
              <a:defRPr sz="1493"/>
            </a:lvl7pPr>
            <a:lvl8pPr marL="2986933" indent="0" algn="ctr">
              <a:buNone/>
              <a:defRPr sz="1493"/>
            </a:lvl8pPr>
            <a:lvl9pPr marL="3413638" indent="0" algn="ctr">
              <a:buNone/>
              <a:defRPr sz="1493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9D4D7E-ADCA-4611-9CDB-E8C57987E1DC}" type="datetimeFigureOut">
              <a:rPr lang="en-US" smtClean="0"/>
              <a:t>11/18/2024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B99C3D-AB82-4595-A3F4-B2EC57DEDA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36385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9D4D7E-ADCA-4611-9CDB-E8C57987E1DC}" type="datetimeFigureOut">
              <a:rPr lang="en-US" smtClean="0"/>
              <a:t>11/18/2024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B99C3D-AB82-4595-A3F4-B2EC57DEDA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6699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2295" y="1709742"/>
            <a:ext cx="7360920" cy="2852737"/>
          </a:xfrm>
        </p:spPr>
        <p:txBody>
          <a:bodyPr anchor="b"/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2295" y="4589467"/>
            <a:ext cx="7360920" cy="1500187"/>
          </a:xfrm>
        </p:spPr>
        <p:txBody>
          <a:bodyPr/>
          <a:lstStyle>
            <a:lvl1pPr marL="0" indent="0">
              <a:buNone/>
              <a:defRPr sz="2240">
                <a:solidFill>
                  <a:schemeClr val="tx1"/>
                </a:solidFill>
              </a:defRPr>
            </a:lvl1pPr>
            <a:lvl2pPr marL="426705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2pPr>
            <a:lvl3pPr marL="85341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3pPr>
            <a:lvl4pPr marL="1280114" indent="0">
              <a:buNone/>
              <a:defRPr sz="1493">
                <a:solidFill>
                  <a:schemeClr val="tx1">
                    <a:tint val="75000"/>
                  </a:schemeClr>
                </a:solidFill>
              </a:defRPr>
            </a:lvl4pPr>
            <a:lvl5pPr marL="1706819" indent="0">
              <a:buNone/>
              <a:defRPr sz="1493">
                <a:solidFill>
                  <a:schemeClr val="tx1">
                    <a:tint val="75000"/>
                  </a:schemeClr>
                </a:solidFill>
              </a:defRPr>
            </a:lvl5pPr>
            <a:lvl6pPr marL="2133524" indent="0">
              <a:buNone/>
              <a:defRPr sz="1493">
                <a:solidFill>
                  <a:schemeClr val="tx1">
                    <a:tint val="75000"/>
                  </a:schemeClr>
                </a:solidFill>
              </a:defRPr>
            </a:lvl6pPr>
            <a:lvl7pPr marL="2560229" indent="0">
              <a:buNone/>
              <a:defRPr sz="1493">
                <a:solidFill>
                  <a:schemeClr val="tx1">
                    <a:tint val="75000"/>
                  </a:schemeClr>
                </a:solidFill>
              </a:defRPr>
            </a:lvl7pPr>
            <a:lvl8pPr marL="2986933" indent="0">
              <a:buNone/>
              <a:defRPr sz="1493">
                <a:solidFill>
                  <a:schemeClr val="tx1">
                    <a:tint val="75000"/>
                  </a:schemeClr>
                </a:solidFill>
              </a:defRPr>
            </a:lvl8pPr>
            <a:lvl9pPr marL="3413638" indent="0">
              <a:buNone/>
              <a:defRPr sz="149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9D4D7E-ADCA-4611-9CDB-E8C57987E1DC}" type="datetimeFigureOut">
              <a:rPr lang="en-US" smtClean="0"/>
              <a:t>11/18/2024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B99C3D-AB82-4595-A3F4-B2EC57DEDA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96446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6740" y="1825625"/>
            <a:ext cx="362712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320540" y="1825625"/>
            <a:ext cx="362712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9D4D7E-ADCA-4611-9CDB-E8C57987E1DC}" type="datetimeFigureOut">
              <a:rPr lang="en-US" smtClean="0"/>
              <a:t>11/18/2024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B99C3D-AB82-4595-A3F4-B2EC57DEDA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71113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7852" y="365129"/>
            <a:ext cx="736092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7853" y="1681163"/>
            <a:ext cx="3610451" cy="823912"/>
          </a:xfrm>
        </p:spPr>
        <p:txBody>
          <a:bodyPr anchor="b"/>
          <a:lstStyle>
            <a:lvl1pPr marL="0" indent="0">
              <a:buNone/>
              <a:defRPr sz="2240" b="1"/>
            </a:lvl1pPr>
            <a:lvl2pPr marL="426705" indent="0">
              <a:buNone/>
              <a:defRPr sz="1867" b="1"/>
            </a:lvl2pPr>
            <a:lvl3pPr marL="853410" indent="0">
              <a:buNone/>
              <a:defRPr sz="1680" b="1"/>
            </a:lvl3pPr>
            <a:lvl4pPr marL="1280114" indent="0">
              <a:buNone/>
              <a:defRPr sz="1493" b="1"/>
            </a:lvl4pPr>
            <a:lvl5pPr marL="1706819" indent="0">
              <a:buNone/>
              <a:defRPr sz="1493" b="1"/>
            </a:lvl5pPr>
            <a:lvl6pPr marL="2133524" indent="0">
              <a:buNone/>
              <a:defRPr sz="1493" b="1"/>
            </a:lvl6pPr>
            <a:lvl7pPr marL="2560229" indent="0">
              <a:buNone/>
              <a:defRPr sz="1493" b="1"/>
            </a:lvl7pPr>
            <a:lvl8pPr marL="2986933" indent="0">
              <a:buNone/>
              <a:defRPr sz="1493" b="1"/>
            </a:lvl8pPr>
            <a:lvl9pPr marL="3413638" indent="0">
              <a:buNone/>
              <a:defRPr sz="149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7853" y="2505075"/>
            <a:ext cx="361045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20541" y="1681163"/>
            <a:ext cx="3628232" cy="823912"/>
          </a:xfrm>
        </p:spPr>
        <p:txBody>
          <a:bodyPr anchor="b"/>
          <a:lstStyle>
            <a:lvl1pPr marL="0" indent="0">
              <a:buNone/>
              <a:defRPr sz="2240" b="1"/>
            </a:lvl1pPr>
            <a:lvl2pPr marL="426705" indent="0">
              <a:buNone/>
              <a:defRPr sz="1867" b="1"/>
            </a:lvl2pPr>
            <a:lvl3pPr marL="853410" indent="0">
              <a:buNone/>
              <a:defRPr sz="1680" b="1"/>
            </a:lvl3pPr>
            <a:lvl4pPr marL="1280114" indent="0">
              <a:buNone/>
              <a:defRPr sz="1493" b="1"/>
            </a:lvl4pPr>
            <a:lvl5pPr marL="1706819" indent="0">
              <a:buNone/>
              <a:defRPr sz="1493" b="1"/>
            </a:lvl5pPr>
            <a:lvl6pPr marL="2133524" indent="0">
              <a:buNone/>
              <a:defRPr sz="1493" b="1"/>
            </a:lvl6pPr>
            <a:lvl7pPr marL="2560229" indent="0">
              <a:buNone/>
              <a:defRPr sz="1493" b="1"/>
            </a:lvl7pPr>
            <a:lvl8pPr marL="2986933" indent="0">
              <a:buNone/>
              <a:defRPr sz="1493" b="1"/>
            </a:lvl8pPr>
            <a:lvl9pPr marL="3413638" indent="0">
              <a:buNone/>
              <a:defRPr sz="149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320541" y="2505075"/>
            <a:ext cx="3628232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9D4D7E-ADCA-4611-9CDB-E8C57987E1DC}" type="datetimeFigureOut">
              <a:rPr lang="en-US" smtClean="0"/>
              <a:t>11/18/2024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B99C3D-AB82-4595-A3F4-B2EC57DEDA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73039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9D4D7E-ADCA-4611-9CDB-E8C57987E1DC}" type="datetimeFigureOut">
              <a:rPr lang="en-US" smtClean="0"/>
              <a:t>11/18/2024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B99C3D-AB82-4595-A3F4-B2EC57DEDA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90632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9D4D7E-ADCA-4611-9CDB-E8C57987E1DC}" type="datetimeFigureOut">
              <a:rPr lang="en-US" smtClean="0"/>
              <a:t>11/18/2024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B99C3D-AB82-4595-A3F4-B2EC57DEDA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38070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7852" y="457200"/>
            <a:ext cx="2752566" cy="1600200"/>
          </a:xfrm>
        </p:spPr>
        <p:txBody>
          <a:bodyPr anchor="b"/>
          <a:lstStyle>
            <a:lvl1pPr>
              <a:defRPr sz="298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28233" y="987429"/>
            <a:ext cx="4320540" cy="4873625"/>
          </a:xfrm>
        </p:spPr>
        <p:txBody>
          <a:bodyPr/>
          <a:lstStyle>
            <a:lvl1pPr>
              <a:defRPr sz="2987"/>
            </a:lvl1pPr>
            <a:lvl2pPr>
              <a:defRPr sz="2613"/>
            </a:lvl2pPr>
            <a:lvl3pPr>
              <a:defRPr sz="2240"/>
            </a:lvl3pPr>
            <a:lvl4pPr>
              <a:defRPr sz="1867"/>
            </a:lvl4pPr>
            <a:lvl5pPr>
              <a:defRPr sz="1867"/>
            </a:lvl5pPr>
            <a:lvl6pPr>
              <a:defRPr sz="1867"/>
            </a:lvl6pPr>
            <a:lvl7pPr>
              <a:defRPr sz="1867"/>
            </a:lvl7pPr>
            <a:lvl8pPr>
              <a:defRPr sz="1867"/>
            </a:lvl8pPr>
            <a:lvl9pPr>
              <a:defRPr sz="18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7852" y="2057400"/>
            <a:ext cx="2752566" cy="3811588"/>
          </a:xfrm>
        </p:spPr>
        <p:txBody>
          <a:bodyPr/>
          <a:lstStyle>
            <a:lvl1pPr marL="0" indent="0">
              <a:buNone/>
              <a:defRPr sz="1493"/>
            </a:lvl1pPr>
            <a:lvl2pPr marL="426705" indent="0">
              <a:buNone/>
              <a:defRPr sz="1307"/>
            </a:lvl2pPr>
            <a:lvl3pPr marL="853410" indent="0">
              <a:buNone/>
              <a:defRPr sz="1120"/>
            </a:lvl3pPr>
            <a:lvl4pPr marL="1280114" indent="0">
              <a:buNone/>
              <a:defRPr sz="933"/>
            </a:lvl4pPr>
            <a:lvl5pPr marL="1706819" indent="0">
              <a:buNone/>
              <a:defRPr sz="933"/>
            </a:lvl5pPr>
            <a:lvl6pPr marL="2133524" indent="0">
              <a:buNone/>
              <a:defRPr sz="933"/>
            </a:lvl6pPr>
            <a:lvl7pPr marL="2560229" indent="0">
              <a:buNone/>
              <a:defRPr sz="933"/>
            </a:lvl7pPr>
            <a:lvl8pPr marL="2986933" indent="0">
              <a:buNone/>
              <a:defRPr sz="933"/>
            </a:lvl8pPr>
            <a:lvl9pPr marL="3413638" indent="0">
              <a:buNone/>
              <a:defRPr sz="93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9D4D7E-ADCA-4611-9CDB-E8C57987E1DC}" type="datetimeFigureOut">
              <a:rPr lang="en-US" smtClean="0"/>
              <a:t>11/18/2024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B99C3D-AB82-4595-A3F4-B2EC57DEDA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17953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7852" y="457200"/>
            <a:ext cx="2752566" cy="1600200"/>
          </a:xfrm>
        </p:spPr>
        <p:txBody>
          <a:bodyPr anchor="b"/>
          <a:lstStyle>
            <a:lvl1pPr>
              <a:defRPr sz="298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628233" y="987429"/>
            <a:ext cx="4320540" cy="4873625"/>
          </a:xfrm>
        </p:spPr>
        <p:txBody>
          <a:bodyPr anchor="t"/>
          <a:lstStyle>
            <a:lvl1pPr marL="0" indent="0">
              <a:buNone/>
              <a:defRPr sz="2987"/>
            </a:lvl1pPr>
            <a:lvl2pPr marL="426705" indent="0">
              <a:buNone/>
              <a:defRPr sz="2613"/>
            </a:lvl2pPr>
            <a:lvl3pPr marL="853410" indent="0">
              <a:buNone/>
              <a:defRPr sz="2240"/>
            </a:lvl3pPr>
            <a:lvl4pPr marL="1280114" indent="0">
              <a:buNone/>
              <a:defRPr sz="1867"/>
            </a:lvl4pPr>
            <a:lvl5pPr marL="1706819" indent="0">
              <a:buNone/>
              <a:defRPr sz="1867"/>
            </a:lvl5pPr>
            <a:lvl6pPr marL="2133524" indent="0">
              <a:buNone/>
              <a:defRPr sz="1867"/>
            </a:lvl6pPr>
            <a:lvl7pPr marL="2560229" indent="0">
              <a:buNone/>
              <a:defRPr sz="1867"/>
            </a:lvl7pPr>
            <a:lvl8pPr marL="2986933" indent="0">
              <a:buNone/>
              <a:defRPr sz="1867"/>
            </a:lvl8pPr>
            <a:lvl9pPr marL="3413638" indent="0">
              <a:buNone/>
              <a:defRPr sz="1867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7852" y="2057400"/>
            <a:ext cx="2752566" cy="3811588"/>
          </a:xfrm>
        </p:spPr>
        <p:txBody>
          <a:bodyPr/>
          <a:lstStyle>
            <a:lvl1pPr marL="0" indent="0">
              <a:buNone/>
              <a:defRPr sz="1493"/>
            </a:lvl1pPr>
            <a:lvl2pPr marL="426705" indent="0">
              <a:buNone/>
              <a:defRPr sz="1307"/>
            </a:lvl2pPr>
            <a:lvl3pPr marL="853410" indent="0">
              <a:buNone/>
              <a:defRPr sz="1120"/>
            </a:lvl3pPr>
            <a:lvl4pPr marL="1280114" indent="0">
              <a:buNone/>
              <a:defRPr sz="933"/>
            </a:lvl4pPr>
            <a:lvl5pPr marL="1706819" indent="0">
              <a:buNone/>
              <a:defRPr sz="933"/>
            </a:lvl5pPr>
            <a:lvl6pPr marL="2133524" indent="0">
              <a:buNone/>
              <a:defRPr sz="933"/>
            </a:lvl6pPr>
            <a:lvl7pPr marL="2560229" indent="0">
              <a:buNone/>
              <a:defRPr sz="933"/>
            </a:lvl7pPr>
            <a:lvl8pPr marL="2986933" indent="0">
              <a:buNone/>
              <a:defRPr sz="933"/>
            </a:lvl8pPr>
            <a:lvl9pPr marL="3413638" indent="0">
              <a:buNone/>
              <a:defRPr sz="93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9D4D7E-ADCA-4611-9CDB-E8C57987E1DC}" type="datetimeFigureOut">
              <a:rPr lang="en-US" smtClean="0"/>
              <a:t>11/18/2024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B99C3D-AB82-4595-A3F4-B2EC57DEDA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72607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9D4D7E-ADCA-4611-9CDB-E8C57987E1DC}" type="datetimeFigureOut">
              <a:rPr lang="en-US" smtClean="0"/>
              <a:t>11/18/2024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B99C3D-AB82-4595-A3F4-B2EC57DEDA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0575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107430" y="365125"/>
            <a:ext cx="184023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86740" y="365125"/>
            <a:ext cx="5414011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9D4D7E-ADCA-4611-9CDB-E8C57987E1DC}" type="datetimeFigureOut">
              <a:rPr lang="en-US" smtClean="0"/>
              <a:t>11/18/2024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B99C3D-AB82-4595-A3F4-B2EC57DEDA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77291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6740" y="365129"/>
            <a:ext cx="736092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6740" y="1825625"/>
            <a:ext cx="736092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86740" y="6356354"/>
            <a:ext cx="19202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9D4D7E-ADCA-4611-9CDB-E8C57987E1DC}" type="datetimeFigureOut">
              <a:rPr lang="en-US" smtClean="0"/>
              <a:t>11/18/2024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27020" y="6356354"/>
            <a:ext cx="28803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027420" y="6356354"/>
            <a:ext cx="19202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B99C3D-AB82-4595-A3F4-B2EC57DEDA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37153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853410" rtl="0" eaLnBrk="1" latinLnBrk="0" hangingPunct="1">
        <a:lnSpc>
          <a:spcPct val="90000"/>
        </a:lnSpc>
        <a:spcBef>
          <a:spcPct val="0"/>
        </a:spcBef>
        <a:buNone/>
        <a:defRPr sz="410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13352" indent="-213352" algn="l" defTabSz="853410" rtl="0" eaLnBrk="1" latinLnBrk="0" hangingPunct="1">
        <a:lnSpc>
          <a:spcPct val="90000"/>
        </a:lnSpc>
        <a:spcBef>
          <a:spcPts val="933"/>
        </a:spcBef>
        <a:buFont typeface="Arial" panose="020B0604020202020204" pitchFamily="34" charset="0"/>
        <a:buChar char="•"/>
        <a:defRPr sz="2613" kern="1200">
          <a:solidFill>
            <a:schemeClr val="tx1"/>
          </a:solidFill>
          <a:latin typeface="+mn-lt"/>
          <a:ea typeface="+mn-ea"/>
          <a:cs typeface="+mn-cs"/>
        </a:defRPr>
      </a:lvl1pPr>
      <a:lvl2pPr marL="640057" indent="-213352" algn="l" defTabSz="853410" rtl="0" eaLnBrk="1" latinLnBrk="0" hangingPunct="1">
        <a:lnSpc>
          <a:spcPct val="90000"/>
        </a:lnSpc>
        <a:spcBef>
          <a:spcPts val="467"/>
        </a:spcBef>
        <a:buFont typeface="Arial" panose="020B0604020202020204" pitchFamily="34" charset="0"/>
        <a:buChar char="•"/>
        <a:defRPr sz="2240" kern="1200">
          <a:solidFill>
            <a:schemeClr val="tx1"/>
          </a:solidFill>
          <a:latin typeface="+mn-lt"/>
          <a:ea typeface="+mn-ea"/>
          <a:cs typeface="+mn-cs"/>
        </a:defRPr>
      </a:lvl2pPr>
      <a:lvl3pPr marL="1066762" indent="-213352" algn="l" defTabSz="853410" rtl="0" eaLnBrk="1" latinLnBrk="0" hangingPunct="1">
        <a:lnSpc>
          <a:spcPct val="90000"/>
        </a:lnSpc>
        <a:spcBef>
          <a:spcPts val="467"/>
        </a:spcBef>
        <a:buFont typeface="Arial" panose="020B0604020202020204" pitchFamily="34" charset="0"/>
        <a:buChar char="•"/>
        <a:defRPr sz="1867" kern="1200">
          <a:solidFill>
            <a:schemeClr val="tx1"/>
          </a:solidFill>
          <a:latin typeface="+mn-lt"/>
          <a:ea typeface="+mn-ea"/>
          <a:cs typeface="+mn-cs"/>
        </a:defRPr>
      </a:lvl3pPr>
      <a:lvl4pPr marL="1493467" indent="-213352" algn="l" defTabSz="853410" rtl="0" eaLnBrk="1" latinLnBrk="0" hangingPunct="1">
        <a:lnSpc>
          <a:spcPct val="90000"/>
        </a:lnSpc>
        <a:spcBef>
          <a:spcPts val="467"/>
        </a:spcBef>
        <a:buFont typeface="Arial" panose="020B0604020202020204" pitchFamily="34" charset="0"/>
        <a:buChar char="•"/>
        <a:defRPr sz="1680" kern="1200">
          <a:solidFill>
            <a:schemeClr val="tx1"/>
          </a:solidFill>
          <a:latin typeface="+mn-lt"/>
          <a:ea typeface="+mn-ea"/>
          <a:cs typeface="+mn-cs"/>
        </a:defRPr>
      </a:lvl4pPr>
      <a:lvl5pPr marL="1920171" indent="-213352" algn="l" defTabSz="853410" rtl="0" eaLnBrk="1" latinLnBrk="0" hangingPunct="1">
        <a:lnSpc>
          <a:spcPct val="90000"/>
        </a:lnSpc>
        <a:spcBef>
          <a:spcPts val="467"/>
        </a:spcBef>
        <a:buFont typeface="Arial" panose="020B0604020202020204" pitchFamily="34" charset="0"/>
        <a:buChar char="•"/>
        <a:defRPr sz="1680" kern="1200">
          <a:solidFill>
            <a:schemeClr val="tx1"/>
          </a:solidFill>
          <a:latin typeface="+mn-lt"/>
          <a:ea typeface="+mn-ea"/>
          <a:cs typeface="+mn-cs"/>
        </a:defRPr>
      </a:lvl5pPr>
      <a:lvl6pPr marL="2346876" indent="-213352" algn="l" defTabSz="853410" rtl="0" eaLnBrk="1" latinLnBrk="0" hangingPunct="1">
        <a:lnSpc>
          <a:spcPct val="90000"/>
        </a:lnSpc>
        <a:spcBef>
          <a:spcPts val="467"/>
        </a:spcBef>
        <a:buFont typeface="Arial" panose="020B0604020202020204" pitchFamily="34" charset="0"/>
        <a:buChar char="•"/>
        <a:defRPr sz="1680" kern="1200">
          <a:solidFill>
            <a:schemeClr val="tx1"/>
          </a:solidFill>
          <a:latin typeface="+mn-lt"/>
          <a:ea typeface="+mn-ea"/>
          <a:cs typeface="+mn-cs"/>
        </a:defRPr>
      </a:lvl6pPr>
      <a:lvl7pPr marL="2773581" indent="-213352" algn="l" defTabSz="853410" rtl="0" eaLnBrk="1" latinLnBrk="0" hangingPunct="1">
        <a:lnSpc>
          <a:spcPct val="90000"/>
        </a:lnSpc>
        <a:spcBef>
          <a:spcPts val="467"/>
        </a:spcBef>
        <a:buFont typeface="Arial" panose="020B0604020202020204" pitchFamily="34" charset="0"/>
        <a:buChar char="•"/>
        <a:defRPr sz="168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86" indent="-213352" algn="l" defTabSz="853410" rtl="0" eaLnBrk="1" latinLnBrk="0" hangingPunct="1">
        <a:lnSpc>
          <a:spcPct val="90000"/>
        </a:lnSpc>
        <a:spcBef>
          <a:spcPts val="467"/>
        </a:spcBef>
        <a:buFont typeface="Arial" panose="020B0604020202020204" pitchFamily="34" charset="0"/>
        <a:buChar char="•"/>
        <a:defRPr sz="1680" kern="1200">
          <a:solidFill>
            <a:schemeClr val="tx1"/>
          </a:solidFill>
          <a:latin typeface="+mn-lt"/>
          <a:ea typeface="+mn-ea"/>
          <a:cs typeface="+mn-cs"/>
        </a:defRPr>
      </a:lvl8pPr>
      <a:lvl9pPr marL="3626990" indent="-213352" algn="l" defTabSz="853410" rtl="0" eaLnBrk="1" latinLnBrk="0" hangingPunct="1">
        <a:lnSpc>
          <a:spcPct val="90000"/>
        </a:lnSpc>
        <a:spcBef>
          <a:spcPts val="467"/>
        </a:spcBef>
        <a:buFont typeface="Arial" panose="020B0604020202020204" pitchFamily="34" charset="0"/>
        <a:buChar char="•"/>
        <a:defRPr sz="168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853410" rtl="0" eaLnBrk="1" latinLnBrk="0" hangingPunct="1">
        <a:defRPr sz="1680" kern="1200">
          <a:solidFill>
            <a:schemeClr val="tx1"/>
          </a:solidFill>
          <a:latin typeface="+mn-lt"/>
          <a:ea typeface="+mn-ea"/>
          <a:cs typeface="+mn-cs"/>
        </a:defRPr>
      </a:lvl1pPr>
      <a:lvl2pPr marL="426705" algn="l" defTabSz="853410" rtl="0" eaLnBrk="1" latinLnBrk="0" hangingPunct="1">
        <a:defRPr sz="1680" kern="1200">
          <a:solidFill>
            <a:schemeClr val="tx1"/>
          </a:solidFill>
          <a:latin typeface="+mn-lt"/>
          <a:ea typeface="+mn-ea"/>
          <a:cs typeface="+mn-cs"/>
        </a:defRPr>
      </a:lvl2pPr>
      <a:lvl3pPr marL="853410" algn="l" defTabSz="853410" rtl="0" eaLnBrk="1" latinLnBrk="0" hangingPunct="1">
        <a:defRPr sz="1680" kern="1200">
          <a:solidFill>
            <a:schemeClr val="tx1"/>
          </a:solidFill>
          <a:latin typeface="+mn-lt"/>
          <a:ea typeface="+mn-ea"/>
          <a:cs typeface="+mn-cs"/>
        </a:defRPr>
      </a:lvl3pPr>
      <a:lvl4pPr marL="1280114" algn="l" defTabSz="853410" rtl="0" eaLnBrk="1" latinLnBrk="0" hangingPunct="1">
        <a:defRPr sz="1680" kern="1200">
          <a:solidFill>
            <a:schemeClr val="tx1"/>
          </a:solidFill>
          <a:latin typeface="+mn-lt"/>
          <a:ea typeface="+mn-ea"/>
          <a:cs typeface="+mn-cs"/>
        </a:defRPr>
      </a:lvl4pPr>
      <a:lvl5pPr marL="1706819" algn="l" defTabSz="853410" rtl="0" eaLnBrk="1" latinLnBrk="0" hangingPunct="1">
        <a:defRPr sz="1680" kern="1200">
          <a:solidFill>
            <a:schemeClr val="tx1"/>
          </a:solidFill>
          <a:latin typeface="+mn-lt"/>
          <a:ea typeface="+mn-ea"/>
          <a:cs typeface="+mn-cs"/>
        </a:defRPr>
      </a:lvl5pPr>
      <a:lvl6pPr marL="2133524" algn="l" defTabSz="853410" rtl="0" eaLnBrk="1" latinLnBrk="0" hangingPunct="1">
        <a:defRPr sz="1680" kern="1200">
          <a:solidFill>
            <a:schemeClr val="tx1"/>
          </a:solidFill>
          <a:latin typeface="+mn-lt"/>
          <a:ea typeface="+mn-ea"/>
          <a:cs typeface="+mn-cs"/>
        </a:defRPr>
      </a:lvl6pPr>
      <a:lvl7pPr marL="2560229" algn="l" defTabSz="853410" rtl="0" eaLnBrk="1" latinLnBrk="0" hangingPunct="1">
        <a:defRPr sz="1680" kern="1200">
          <a:solidFill>
            <a:schemeClr val="tx1"/>
          </a:solidFill>
          <a:latin typeface="+mn-lt"/>
          <a:ea typeface="+mn-ea"/>
          <a:cs typeface="+mn-cs"/>
        </a:defRPr>
      </a:lvl7pPr>
      <a:lvl8pPr marL="2986933" algn="l" defTabSz="853410" rtl="0" eaLnBrk="1" latinLnBrk="0" hangingPunct="1">
        <a:defRPr sz="1680" kern="1200">
          <a:solidFill>
            <a:schemeClr val="tx1"/>
          </a:solidFill>
          <a:latin typeface="+mn-lt"/>
          <a:ea typeface="+mn-ea"/>
          <a:cs typeface="+mn-cs"/>
        </a:defRPr>
      </a:lvl8pPr>
      <a:lvl9pPr marL="3413638" algn="l" defTabSz="853410" rtl="0" eaLnBrk="1" latinLnBrk="0" hangingPunct="1">
        <a:defRPr sz="168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Title 31">
            <a:extLst>
              <a:ext uri="{FF2B5EF4-FFF2-40B4-BE49-F238E27FC236}">
                <a16:creationId xmlns:a16="http://schemas.microsoft.com/office/drawing/2014/main" id="{3DE3ADDB-166C-44C7-0ACB-0D69812BA41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3" name="Subtitle 32">
            <a:extLst>
              <a:ext uri="{FF2B5EF4-FFF2-40B4-BE49-F238E27FC236}">
                <a16:creationId xmlns:a16="http://schemas.microsoft.com/office/drawing/2014/main" id="{19A77FB7-3A28-B946-7172-A24FC72DECB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CEF4FE4-0048-292F-7D0F-F2991EA809E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1120" y="-340954"/>
            <a:ext cx="5852160" cy="638571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4D7A14E-9860-699B-E0A9-517EBC0724D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63789" y="5289175"/>
            <a:ext cx="5105502" cy="225027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68D4D62-FF84-027B-00A6-BA9F56EDCAE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57200" y="5349876"/>
            <a:ext cx="4737503" cy="215820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EE9D9B4-5C46-C2D1-8EC5-F6F726D3308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9501" y="5560576"/>
            <a:ext cx="1040179" cy="1040179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8C04B298-8931-3BA3-22E0-601E824E519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73105" y="5542297"/>
            <a:ext cx="1067668" cy="1067668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6F2E64A6-0ADA-7026-CBFF-57C79FD507F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2880" y="5474177"/>
            <a:ext cx="1904762" cy="1168254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20D3AA9A-1ECF-E95A-5314-CD461C32017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2915" y="5577338"/>
            <a:ext cx="2249062" cy="279544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408CF608-DBCA-2A55-4802-489D606A98D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90987"/>
            <a:ext cx="2866167" cy="1543807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DC238EBB-B4A8-FC80-90D8-A8298958B507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32971" y="5932133"/>
            <a:ext cx="203175" cy="203175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1BE2A9D1-313A-7EFD-6D3D-EE320D6DD314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3369" y="5951111"/>
            <a:ext cx="203175" cy="203175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82550435-AD19-5AF1-FE98-5F36E542F329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09346" y="5957144"/>
            <a:ext cx="203175" cy="203175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89CBD651-7B8C-E871-720D-A6F30238457C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6989" y="5956722"/>
            <a:ext cx="203175" cy="203175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67FBC89E-A4CD-2F06-44DC-6B918E40CF58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47829" y="5948289"/>
            <a:ext cx="203175" cy="203175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BB949CB5-E09D-302E-A803-155A2C7C378B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94274" y="6323742"/>
            <a:ext cx="1003175" cy="2539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38666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34</TotalTime>
  <Words>0</Words>
  <Application>Microsoft Office PowerPoint</Application>
  <PresentationFormat>Custom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aashirshafique120@gmail.com</dc:creator>
  <cp:lastModifiedBy>aashirshafique120@gmail.com</cp:lastModifiedBy>
  <cp:revision>3</cp:revision>
  <dcterms:created xsi:type="dcterms:W3CDTF">2024-11-18T06:37:56Z</dcterms:created>
  <dcterms:modified xsi:type="dcterms:W3CDTF">2024-11-18T07:12:38Z</dcterms:modified>
</cp:coreProperties>
</file>